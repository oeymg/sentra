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60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Get 10x More Reviews. Automatically.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</a:rPr>
              <a:t>The Review Generation Platform for Australian Tradies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16459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</a:rPr>
              <a:t>86%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of consumers read reviews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before choosing a tradie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45720" cy="10972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Most tradies have &lt; 10 reviews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Customers need 20+ to trust you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514600"/>
            <a:ext cx="4114800" cy="10972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2514600"/>
            <a:ext cx="45720" cy="10972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2697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Happy customers forget to review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Only 31% leave reviews spontaneously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3749040"/>
            <a:ext cx="4114800" cy="10972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3749040"/>
            <a:ext cx="45720" cy="10972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Asking feels awkward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4297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Manual follow-up is time-consuming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</a:rPr>
              <a:t>The Gap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32004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73152" cy="3200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Current State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69% </a:t>
            </a:r>
            <a:r>
              <a:rPr lang="en-US" sz="1600" dirty="0">
                <a:solidFill>
                  <a:srgbClr val="64748B"/>
                </a:solidFill>
              </a:rPr>
              <a:t>of customers willing to review when prompted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64748B"/>
                </a:solidFill>
              </a:rPr>
              <a:t>
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64748B"/>
                </a:solidFill>
              </a:rPr>
              <a:t>But only </a:t>
            </a:r>
            <a:r>
              <a:rPr lang="en-US" sz="1600" b="1" dirty="0">
                <a:solidFill>
                  <a:srgbClr val="DC2626"/>
                </a:solidFill>
              </a:rPr>
              <a:t>31% </a:t>
            </a:r>
            <a:r>
              <a:rPr lang="en-US" sz="1600" dirty="0">
                <a:solidFill>
                  <a:srgbClr val="64748B"/>
                </a:solidFill>
              </a:rPr>
              <a:t>actually do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64748B"/>
                </a:solidFill>
              </a:rPr>
              <a:t>
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64748B"/>
                </a:solidFill>
              </a:rPr>
              <a:t>The problem isn't desire—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64748B"/>
                </a:solidFill>
              </a:rPr>
              <a:t>it's friction and forgetting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Opportunity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Automate the ask 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at the perfect moment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
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Remove friction 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with one-tap QR codes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
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Generate review text 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so customers just click submit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
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Result: 25-35% conversion rate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The Solution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Automated Review Generation for Tradies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0" y="2286000"/>
            <a:ext cx="2194560" cy="2011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2560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QR Code Cards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88720" y="3566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Hand to customers at job completion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0" y="2286000"/>
            <a:ext cx="2194560" cy="2011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560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Email Campaigns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566160" y="3566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Automated follow-ups with perfect timing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852160" y="2286000"/>
            <a:ext cx="2194560" cy="2011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25603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SMS Reminders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5943600" y="3566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Multi-touch approach for max conversion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</a:rPr>
              <a:t>How It Works: The QR Code 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88720" y="1280160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13533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Customer scans QR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3533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On business card after job completion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188720" y="1965960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2039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Lands on sentra.com/[business]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20391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Branded review collection page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60604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188720" y="2651760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" y="27249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Answers 2-3 quick questions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27249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"What did we help with?" "How was it?"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29184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188720" y="3337560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71600" y="34107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AI generates review text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12080" y="34107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Professional, authentic review ready to submit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397764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069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188720" y="4023360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71600" y="40965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One-click submit to Google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40965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Review published directly to Google Business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</a:rPr>
              <a:t>Complete Review Generation System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" cy="10058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Email Campaigns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Upload customer list, choose template, schedule sends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74320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45720" cy="10058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044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SMS Follow-ups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Auto-reminder if no review after 7 days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74320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45720" cy="10058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QR Code Generator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Downloadable assets for cards, posters, stickers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274320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45720" cy="10058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AI Review Writer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Customers answer questions, AI writes professional review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2423160"/>
            <a:ext cx="274320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37560" y="2423160"/>
            <a:ext cx="45720" cy="10058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20440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Smart Timing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2044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Ask 2hrs after job completion (peak satisfaction)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2423160"/>
            <a:ext cx="274320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7920" y="2423160"/>
            <a:ext cx="45720" cy="10058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Analytics Dashboard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Track sent, opened, reviewed, conversion rate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</a:rPr>
              <a:t>Why This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11680" cy="2286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0000"/>
                </a:solidFill>
              </a:rPr>
              <a:t>69%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Customers leave reviews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when prompted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463040"/>
            <a:ext cx="2011680" cy="2286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06040" y="1920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0000"/>
                </a:solidFill>
              </a:rPr>
              <a:t>25-35%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60604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Conversion rate with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multi-touch campaigns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2011680" cy="2286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0000"/>
                </a:solidFill>
              </a:rPr>
              <a:t>5-9%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Revenue increase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per star rating gained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03720" y="1463040"/>
            <a:ext cx="2011680" cy="2286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03720" y="1920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0000"/>
                </a:solidFill>
              </a:rPr>
              <a:t>10x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90372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More reviews in first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60 days vs manual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</a:rPr>
              <a:t>The problem isn't that customers don't want to review—it's that they forget or it's too much effort. We remove both barriers.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</a:rPr>
              <a:t>Market Opportunity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468880" cy="2834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$800B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Home Services Market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(Australia + Expansion)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468880" cy="2834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SAM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/>
                </a:solidFill>
              </a:rPr>
              <a:t>450K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Australian Tradies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(Plumbers, Electricians, etc.)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468880" cy="2834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SOM (Y1)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500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40080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Paying Customers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@ $29.99/mo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Simple Pricing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468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</a:rPr>
              <a:t>Free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</a:rPr>
              <a:t>$0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/month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25 emails/month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1 QR code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3 AI responses/month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View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280160"/>
            <a:ext cx="2468880" cy="3017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1463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Pro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$29.99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2240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/month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6517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Unlimited emails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SMS campaigns (PAYG)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Unlimited QR codes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Auto follow-ups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Full analytics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468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463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</a:rPr>
              <a:t>Enterprise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</a:rPr>
              <a:t>$199+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2240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/month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6517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Multi-location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White-label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API access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Team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Priority support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</a:rPr>
              <a:t>Our Goal: Year 1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64008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73152" cy="8229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</a:rPr>
              <a:t>Month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50 Free + 20 Pro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0000"/>
                </a:solidFill>
              </a:rPr>
              <a:t>$600 MRR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64008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2423160"/>
            <a:ext cx="73152" cy="8229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</a:rPr>
              <a:t>Month 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500 Free + 100 Pro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0000"/>
                </a:solidFill>
              </a:rPr>
              <a:t>$3,000 MRR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71600" y="3383280"/>
            <a:ext cx="64008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71600" y="3383280"/>
            <a:ext cx="73152" cy="8229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4592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</a:rPr>
              <a:t>Month 12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0040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2K Free + 500 Pro + 20 Enterprise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0000"/>
                </a:solidFill>
              </a:rPr>
              <a:t>$18,500 MRR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Let's Get Tradies More Reviews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usesentra.app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oey@usesentra.app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</Words>
  <Application>Microsoft Macintosh PowerPoint</Application>
  <PresentationFormat>On-screen Show (16:9)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Sentra - Review Generation Platform</dc:title>
  <dc:subject>PptxGenJS Presentation</dc:subject>
  <dc:creator>Sentra</dc:creator>
  <cp:lastModifiedBy>Osayed Cheema</cp:lastModifiedBy>
  <cp:revision>1</cp:revision>
  <dcterms:created xsi:type="dcterms:W3CDTF">2026-04-12T00:57:27Z</dcterms:created>
  <dcterms:modified xsi:type="dcterms:W3CDTF">2026-04-12T00:59:56Z</dcterms:modified>
</cp:coreProperties>
</file>