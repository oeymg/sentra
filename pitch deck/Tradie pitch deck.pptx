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864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Get 10x More Google Reviews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Turn every job into 5-star reviews. Automatically.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</a:rPr>
              <a:t>You Do Great 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64748B"/>
                </a:solidFill>
              </a:rPr>
              <a:t>But you only have 8 reviews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657600" cy="2286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</a:rPr>
              <a:t>Your Business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651760"/>
            <a:ext cx="365760" cy="3657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651760"/>
            <a:ext cx="365760" cy="3657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651760"/>
            <a:ext cx="365760" cy="36576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651760"/>
            <a:ext cx="365760" cy="36576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651760"/>
            <a:ext cx="365760" cy="36576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8 reviews</a:t>
            </a:r>
            <a:endParaRPr lang="en-US" sz="2400" dirty="0"/>
          </a:p>
        </p:txBody>
      </p:sp>
      <p:sp>
        <p:nvSpPr>
          <p:cNvPr id="12" name="Text 5"/>
          <p:cNvSpPr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Customers need to see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20+ reviews to trust you</a:t>
            </a:r>
            <a:endParaRPr lang="en-US" sz="1400" dirty="0"/>
          </a:p>
        </p:txBody>
      </p:sp>
      <p:sp>
        <p:nvSpPr>
          <p:cNvPr id="13" name="Shape 6"/>
          <p:cNvSpPr/>
          <p:nvPr/>
        </p:nvSpPr>
        <p:spPr>
          <a:xfrm>
            <a:off x="4754880" y="2011680"/>
            <a:ext cx="3657600" cy="2286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475488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Your Competitor</a:t>
            </a:r>
            <a:endParaRPr lang="en-US" sz="2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651760"/>
            <a:ext cx="365760" cy="365760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651760"/>
            <a:ext cx="365760" cy="36576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51760"/>
            <a:ext cx="365760" cy="365760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651760"/>
            <a:ext cx="365760" cy="365760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651760"/>
            <a:ext cx="365760" cy="36576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47548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47 reviews</a:t>
            </a:r>
            <a:endParaRPr lang="en-US" sz="2400" dirty="0"/>
          </a:p>
        </p:txBody>
      </p:sp>
      <p:sp>
        <p:nvSpPr>
          <p:cNvPr id="21" name="Text 9"/>
          <p:cNvSpPr/>
          <p:nvPr/>
        </p:nvSpPr>
        <p:spPr>
          <a:xfrm>
            <a:off x="475488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They're winning the jobs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you should be getting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</a:rPr>
              <a:t>More Reviews = More Money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2377440" cy="23774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0000"/>
                </a:solidFill>
              </a:rPr>
              <a:t>86%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of customers read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reviews before hiring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377440" cy="23774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0000"/>
                </a:solidFill>
              </a:rPr>
              <a:t>5-9%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47472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revenue increase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per star rating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2377440" cy="23774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$15K+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03504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extra revenue/year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</a:rPr>
              <a:t>with better reviews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Here's How Sentra Works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3 simple steps to 10x your reviews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2377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83080" y="201168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8308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Hand Out Card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Give customer a card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with QR code when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job's done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560320" cy="2377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201168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They Scan &amp; Answer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2-3 quick questions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AI writes the review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for them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560320" cy="2377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69480" y="201168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Review Goes Live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One tap to submit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to Google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Done in 30 seconds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</a:rPr>
              <a:t>What You Get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QR Code Business Cards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8872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Printed cards delivered to your door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0" y="1371600"/>
            <a:ext cx="4114800" cy="7315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087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Automated Email Follow-ups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30352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We email customers 2hrs after the job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240280"/>
            <a:ext cx="4114800" cy="7315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774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SMS Reminders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8872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Text reminder if they haven't reviewed yet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0" y="2240280"/>
            <a:ext cx="4114800" cy="7315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3774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AI Review Writer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30352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Customers answer questions, we write the review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3108960"/>
            <a:ext cx="4114800" cy="7315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4612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246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Dashboard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188720" y="3520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See exactly how many reviews you're getting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0" y="3108960"/>
            <a:ext cx="4114800" cy="7315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24612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3520" y="3246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Google Direct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5303520" y="3520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Reviews go straight to your Google Business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Real Results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347472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</a:rPr>
              <a:t>Before Sentra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4748B"/>
                </a:solidFill>
              </a:rPr>
              <a:t>8 reviews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Getting 1-2 reviews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per month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31920" y="2743200"/>
            <a:ext cx="1280160" cy="548640"/>
          </a:xfrm>
          <a:prstGeom prst="rightArrow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47472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</a:rPr>
              <a:t>After 60 Days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0B981"/>
                </a:solidFill>
              </a:rPr>
              <a:t>47 reviews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Getting 15-20 reviews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per month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</a:rPr>
              <a:t>Simple Pricing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286000" y="1645920"/>
            <a:ext cx="4572000" cy="27432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$29.99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/month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Everything included: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Unlimited email campaigns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SMS follow-ups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QR code business cards (printed &amp; shipped)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AI review generator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Full analytics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4748B"/>
                </a:solidFill>
              </a:rPr>
              <a:t>That's $1 per day to get 10x more customers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Start Getting More Reviews Today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286000" y="3291840"/>
            <a:ext cx="45720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86000" y="3566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</a:rPr>
              <a:t>usesentra.app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Sign up in 2 minutes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Macintosh PowerPoint</Application>
  <PresentationFormat>On-screen Show (16:9)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Sentra - Get More Google Reviews</dc:title>
  <dc:subject>PptxGenJS Presentation</dc:subject>
  <dc:creator>Sentra</dc:creator>
  <cp:lastModifiedBy>Osayed Cheema</cp:lastModifiedBy>
  <cp:revision>1</cp:revision>
  <dcterms:created xsi:type="dcterms:W3CDTF">2026-04-12T01:02:41Z</dcterms:created>
  <dcterms:modified xsi:type="dcterms:W3CDTF">2026-04-12T01:04:39Z</dcterms:modified>
</cp:coreProperties>
</file>